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Montserrat Classic Bold" charset="1" panose="00000800000000000000"/>
      <p:regular r:id="rId20"/>
    </p:embeddedFont>
    <p:embeddedFont>
      <p:font typeface="Open Sauce" charset="1" panose="00000500000000000000"/>
      <p:regular r:id="rId21"/>
    </p:embeddedFont>
    <p:embeddedFont>
      <p:font typeface="Montserrat Classic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3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24" Type="http://schemas.openxmlformats.org/officeDocument/2006/relationships/customXml" Target="../customXml/item2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3552" y="595742"/>
            <a:ext cx="16645748" cy="9294084"/>
            <a:chOff x="0" y="0"/>
            <a:chExt cx="22194331" cy="12392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028" y="12104970"/>
              <a:ext cx="22190303" cy="261743"/>
            </a:xfrm>
            <a:custGeom>
              <a:avLst/>
              <a:gdLst/>
              <a:ahLst/>
              <a:cxnLst/>
              <a:rect r="r" b="b" t="t" l="l"/>
              <a:pathLst>
                <a:path h="261743" w="22190303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26" b="-5578126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77552"/>
              <a:ext cx="340312" cy="12301860"/>
            </a:xfrm>
            <a:custGeom>
              <a:avLst/>
              <a:gdLst/>
              <a:ahLst/>
              <a:cxnLst/>
              <a:rect r="r" b="b" t="t" l="l"/>
              <a:pathLst>
                <a:path h="12301860" w="340312">
                  <a:moveTo>
                    <a:pt x="0" y="0"/>
                  </a:moveTo>
                  <a:lnTo>
                    <a:pt x="340312" y="0"/>
                  </a:lnTo>
                  <a:lnTo>
                    <a:pt x="340312" y="12301861"/>
                  </a:lnTo>
                  <a:lnTo>
                    <a:pt x="0" y="12301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32570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28" y="0"/>
              <a:ext cx="22190303" cy="261743"/>
            </a:xfrm>
            <a:custGeom>
              <a:avLst/>
              <a:gdLst/>
              <a:ahLst/>
              <a:cxnLst/>
              <a:rect r="r" b="b" t="t" l="l"/>
              <a:pathLst>
                <a:path h="261743" w="22190303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26" b="-557812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15859452" y="6057233"/>
              <a:ext cx="12379413" cy="290346"/>
            </a:xfrm>
            <a:custGeom>
              <a:avLst/>
              <a:gdLst/>
              <a:ahLst/>
              <a:cxnLst/>
              <a:rect r="r" b="b" t="t" l="l"/>
              <a:pathLst>
                <a:path h="290346" w="12379413">
                  <a:moveTo>
                    <a:pt x="0" y="0"/>
                  </a:moveTo>
                  <a:lnTo>
                    <a:pt x="12379412" y="0"/>
                  </a:lnTo>
                  <a:lnTo>
                    <a:pt x="12379412" y="290346"/>
                  </a:lnTo>
                  <a:lnTo>
                    <a:pt x="0" y="290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26" b="-275562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13552" y="2361517"/>
            <a:ext cx="16149400" cy="387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PROMISE ASYNC/AWAIT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3608" y="6482667"/>
            <a:ext cx="7104392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7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JAVASCRIPT 101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-10800000">
            <a:off x="14762120" y="7257476"/>
            <a:ext cx="2000832" cy="2000824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78580" t="-29535" r="-2504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10869" y="8693150"/>
            <a:ext cx="4764637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7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KINGA MARIA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14515" y="2296009"/>
            <a:ext cx="9089237" cy="1192962"/>
          </a:xfrm>
          <a:custGeom>
            <a:avLst/>
            <a:gdLst/>
            <a:ahLst/>
            <a:cxnLst/>
            <a:rect r="r" b="b" t="t" l="l"/>
            <a:pathLst>
              <a:path h="1192962" w="9089237">
                <a:moveTo>
                  <a:pt x="0" y="0"/>
                </a:moveTo>
                <a:lnTo>
                  <a:pt x="9089237" y="0"/>
                </a:lnTo>
                <a:lnTo>
                  <a:pt x="9089237" y="1192962"/>
                </a:lnTo>
                <a:lnTo>
                  <a:pt x="0" y="119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14515" y="3881526"/>
            <a:ext cx="9089237" cy="3681141"/>
          </a:xfrm>
          <a:custGeom>
            <a:avLst/>
            <a:gdLst/>
            <a:ahLst/>
            <a:cxnLst/>
            <a:rect r="r" b="b" t="t" l="l"/>
            <a:pathLst>
              <a:path h="3681141" w="9089237">
                <a:moveTo>
                  <a:pt x="0" y="0"/>
                </a:moveTo>
                <a:lnTo>
                  <a:pt x="9089237" y="0"/>
                </a:lnTo>
                <a:lnTo>
                  <a:pt x="9089237" y="3681141"/>
                </a:lnTo>
                <a:lnTo>
                  <a:pt x="0" y="3681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0224" y="2238859"/>
            <a:ext cx="7614314" cy="575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</a:p>
          <a:p>
            <a:pPr algn="l" marL="638529" indent="-319265" lvl="1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eið til </a:t>
            </a: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að sækja eða senda gögn yfir netið</a:t>
            </a:r>
          </a:p>
          <a:p>
            <a:pPr algn="l" marL="638529" indent="-319265" lvl="1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Notað til að tala við API (Application Programming Interface)</a:t>
            </a:r>
          </a:p>
          <a:p>
            <a:pPr algn="l" marL="638529" indent="-319265" lvl="1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Kemur í stað eldri aðferða eins og XMLHttpRequest</a:t>
            </a:r>
          </a:p>
          <a:p>
            <a:pPr algn="l" marL="638529" indent="-319265" lvl="1">
              <a:lnSpc>
                <a:spcPts val="4140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Skil</a:t>
            </a: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 Promise (þ.e. </a:t>
            </a:r>
            <a:r>
              <a:rPr lang="en-US" sz="29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loforði um niðurstöðu seinna)</a:t>
            </a:r>
          </a:p>
          <a:p>
            <a:pPr algn="l">
              <a:lnSpc>
                <a:spcPts val="4140"/>
              </a:lnSpc>
            </a:pPr>
          </a:p>
          <a:p>
            <a:pPr algn="l">
              <a:lnSpc>
                <a:spcPts val="41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12915" y="8190878"/>
            <a:ext cx="14161029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Í einföldu máli er API eins og þjónn á veitingastað: Þú (forritið þitt) pantar mat af matseðli, þjónninn (API) flytur pöntunina í eldhúsið (annað kerfi) og kemur með matinn til þín.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8475" y="1848812"/>
            <a:ext cx="11850335" cy="1555356"/>
          </a:xfrm>
          <a:custGeom>
            <a:avLst/>
            <a:gdLst/>
            <a:ahLst/>
            <a:cxnLst/>
            <a:rect r="r" b="b" t="t" l="l"/>
            <a:pathLst>
              <a:path h="1555356" w="11850335">
                <a:moveTo>
                  <a:pt x="0" y="0"/>
                </a:moveTo>
                <a:lnTo>
                  <a:pt x="11850335" y="0"/>
                </a:lnTo>
                <a:lnTo>
                  <a:pt x="11850335" y="1555356"/>
                </a:lnTo>
                <a:lnTo>
                  <a:pt x="0" y="155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45586" y="3925466"/>
            <a:ext cx="13996828" cy="3779637"/>
            <a:chOff x="0" y="0"/>
            <a:chExt cx="18662438" cy="50395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18662438" cy="4083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etta er skipun sem sækir gögn af netinu.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Þú gefur henni slóð (URL) sem vísar á API (þjónustu sem skilar gögnum).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Hér erum við að sækja lista af notendum (users) úr æfinga-API sem heitir JSONPlaceholder.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Þegar fetch() byrjar að sækja, klárast það ekki strax – það tekur tíma, svo fetch skilar Promise (loforði um að gögnin komi seinna).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7909933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0" indent="-377825" lvl="1">
                <a:lnSpc>
                  <a:spcPts val="4550"/>
                </a:lnSpc>
                <a:spcBef>
                  <a:spcPct val="0"/>
                </a:spcBef>
                <a:buAutoNum type="arabicPeriod" startAt="1"/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  fetch('https://jsonplaceholder.typicode.com/users')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8243" y="8190878"/>
            <a:ext cx="11375701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Fetch er eins og að panta pizzu — hún kemur ekki strax, en þú færð loforð um að hún verði afhent.🍕</a:t>
            </a:r>
          </a:p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8475" y="1848812"/>
            <a:ext cx="11850335" cy="1555356"/>
          </a:xfrm>
          <a:custGeom>
            <a:avLst/>
            <a:gdLst/>
            <a:ahLst/>
            <a:cxnLst/>
            <a:rect r="r" b="b" t="t" l="l"/>
            <a:pathLst>
              <a:path h="1555356" w="11850335">
                <a:moveTo>
                  <a:pt x="0" y="0"/>
                </a:moveTo>
                <a:lnTo>
                  <a:pt x="11850335" y="0"/>
                </a:lnTo>
                <a:lnTo>
                  <a:pt x="11850335" y="1555356"/>
                </a:lnTo>
                <a:lnTo>
                  <a:pt x="0" y="155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45586" y="3669580"/>
            <a:ext cx="15113714" cy="4293986"/>
            <a:chOff x="0" y="0"/>
            <a:chExt cx="20151619" cy="57253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20151619" cy="47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egar fetch loksins fær svarið frá netinu, þá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keyrir fyrsta .then().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esponse eða res (ráðum nafninu þurfum bara að hafa sama nafn báðu megin við örina) er hlutur sem inniheldur upplýsingarnar sem komu frá vefþjóninum.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Við köllum response.json() til að breyta svarsins í lesanleg gögn (JavaScript object).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Orðið JSON stendur fyrir JavaScript Object Notation, sem er einfalt textaform fyrir gögn, t.d.: 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{ "name": "Kinga", "age": 25 }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9339068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  <a:r>
                <a:rPr lang="en-US" sz="3500" u="none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2. .then(response =&gt; response.json())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8243" y="8190878"/>
            <a:ext cx="11375701" cy="227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API sendir okkur texta, en við þurfum að umbreyta honum í gögn sem JavaScript skilur — 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það gerir .json() fyrir okkur.</a:t>
            </a:r>
          </a:p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8475" y="1848812"/>
            <a:ext cx="11850335" cy="1555356"/>
          </a:xfrm>
          <a:custGeom>
            <a:avLst/>
            <a:gdLst/>
            <a:ahLst/>
            <a:cxnLst/>
            <a:rect r="r" b="b" t="t" l="l"/>
            <a:pathLst>
              <a:path h="1555356" w="11850335">
                <a:moveTo>
                  <a:pt x="0" y="0"/>
                </a:moveTo>
                <a:lnTo>
                  <a:pt x="11850335" y="0"/>
                </a:lnTo>
                <a:lnTo>
                  <a:pt x="11850335" y="1555356"/>
                </a:lnTo>
                <a:lnTo>
                  <a:pt x="0" y="155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45586" y="3669580"/>
            <a:ext cx="15113714" cy="3265286"/>
            <a:chOff x="0" y="0"/>
            <a:chExt cx="20151619" cy="43537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6253"/>
              <a:ext cx="20151619" cy="3397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etta er næsta skref í keðjunni, við ráðum hversu mörg then við notum.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Þegar JSON-gögnin eru tilbúin,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keyrir þetta .then().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Hé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 fáum við gögnin sjálf sem breytuna data (ráðum nafninu).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Við skrifum þau í console til að skoða hvernig þau líta út (í DevTools í vafranum).</a:t>
              </a:r>
            </a:p>
            <a:p>
              <a:pPr algn="l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Þetta myndi prenta eitthvað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eins og: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19339068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3</a:t>
              </a:r>
              <a:r>
                <a:rPr lang="en-US" sz="3500" u="none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. .then(data =&gt; console.log(data))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607531" y="7068216"/>
            <a:ext cx="8492223" cy="1592292"/>
          </a:xfrm>
          <a:custGeom>
            <a:avLst/>
            <a:gdLst/>
            <a:ahLst/>
            <a:cxnLst/>
            <a:rect r="r" b="b" t="t" l="l"/>
            <a:pathLst>
              <a:path h="1592292" w="8492223">
                <a:moveTo>
                  <a:pt x="0" y="0"/>
                </a:moveTo>
                <a:lnTo>
                  <a:pt x="8492223" y="0"/>
                </a:lnTo>
                <a:lnTo>
                  <a:pt x="8492223" y="1592292"/>
                </a:lnTo>
                <a:lnTo>
                  <a:pt x="0" y="1592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3124" y="8755758"/>
            <a:ext cx="11375701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Núna höfum við gögnin — við getum birt þau, geymt þau, eða notað þau til að byggja vefsíðu.</a:t>
            </a:r>
          </a:p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8475" y="1848812"/>
            <a:ext cx="11850335" cy="1555356"/>
          </a:xfrm>
          <a:custGeom>
            <a:avLst/>
            <a:gdLst/>
            <a:ahLst/>
            <a:cxnLst/>
            <a:rect r="r" b="b" t="t" l="l"/>
            <a:pathLst>
              <a:path h="1555356" w="11850335">
                <a:moveTo>
                  <a:pt x="0" y="0"/>
                </a:moveTo>
                <a:lnTo>
                  <a:pt x="11850335" y="0"/>
                </a:lnTo>
                <a:lnTo>
                  <a:pt x="11850335" y="1555356"/>
                </a:lnTo>
                <a:lnTo>
                  <a:pt x="0" y="155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77551" y="5191791"/>
            <a:ext cx="11301259" cy="776962"/>
          </a:xfrm>
          <a:custGeom>
            <a:avLst/>
            <a:gdLst/>
            <a:ahLst/>
            <a:cxnLst/>
            <a:rect r="r" b="b" t="t" l="l"/>
            <a:pathLst>
              <a:path h="776962" w="11301259">
                <a:moveTo>
                  <a:pt x="0" y="0"/>
                </a:moveTo>
                <a:lnTo>
                  <a:pt x="11301259" y="0"/>
                </a:lnTo>
                <a:lnTo>
                  <a:pt x="11301259" y="776962"/>
                </a:lnTo>
                <a:lnTo>
                  <a:pt x="0" y="77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45586" y="3669580"/>
            <a:ext cx="15113714" cy="6351386"/>
            <a:chOff x="0" y="0"/>
            <a:chExt cx="20151619" cy="84685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20151619" cy="7512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Ef þú skrifar bara:</a:t>
              </a:r>
            </a:p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Þá færðu ekki notendalista heldur</a:t>
              </a:r>
            </a:p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sem þýðir: “Ég er enn að vinna í þessu!”</a:t>
              </a: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Þess vegna notum við .then() — til að segja JavaScript að bíða eftir niðurstöðunni áður en við notum hana.</a:t>
              </a:r>
            </a:p>
            <a:p>
              <a:pPr algn="l">
                <a:lnSpc>
                  <a:spcPts val="405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9339068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Hvað</a:t>
              </a:r>
              <a:r>
                <a:rPr lang="en-US" sz="3500" u="none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 myndi gerast án .then()</a:t>
              </a:r>
              <a:r>
                <a:rPr lang="en-US" sz="3500" u="none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911557" y="7030625"/>
            <a:ext cx="5105904" cy="701360"/>
          </a:xfrm>
          <a:custGeom>
            <a:avLst/>
            <a:gdLst/>
            <a:ahLst/>
            <a:cxnLst/>
            <a:rect r="r" b="b" t="t" l="l"/>
            <a:pathLst>
              <a:path h="701360" w="5105904">
                <a:moveTo>
                  <a:pt x="0" y="0"/>
                </a:moveTo>
                <a:lnTo>
                  <a:pt x="5105905" y="0"/>
                </a:lnTo>
                <a:lnTo>
                  <a:pt x="5105905" y="701361"/>
                </a:lnTo>
                <a:lnTo>
                  <a:pt x="0" y="701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Fetch API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79071" y="7503795"/>
            <a:ext cx="10329858" cy="2053059"/>
          </a:xfrm>
          <a:custGeom>
            <a:avLst/>
            <a:gdLst/>
            <a:ahLst/>
            <a:cxnLst/>
            <a:rect r="r" b="b" t="t" l="l"/>
            <a:pathLst>
              <a:path h="2053059" w="10329858">
                <a:moveTo>
                  <a:pt x="0" y="0"/>
                </a:moveTo>
                <a:lnTo>
                  <a:pt x="10329858" y="0"/>
                </a:lnTo>
                <a:lnTo>
                  <a:pt x="10329858" y="2053059"/>
                </a:lnTo>
                <a:lnTo>
                  <a:pt x="0" y="2053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Promise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224" y="3965609"/>
            <a:ext cx="5577630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⏳ pending – í bið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✅ fulfilled – tókst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❌ rejected – mistókst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5468" y="2393947"/>
            <a:ext cx="9401039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Promise = loforð um </a:t>
            </a: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að kóði ljúki síðar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5468" y="3106733"/>
            <a:ext cx="9401039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Hefur</a:t>
            </a: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þrjár stöður: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5468" y="5825524"/>
            <a:ext cx="7259201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Notum .then()</a:t>
            </a: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og .catch() til að vinna með niðurstöðuna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25688" y="2613337"/>
            <a:ext cx="7366418" cy="410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Promise hjálpar okkur að stjórna hlutum sem taka tíma, eins og að sækja gögn eða bíða eftir svari frá netþjóni. Við segjum: “Þegar þetta klárast, gerðu þá þetta,” með .then(). Ef eitthvað fer úrskeiðis, notum við .catch() til að taka á villum.</a:t>
            </a:r>
          </a:p>
          <a:p>
            <a:pPr algn="l">
              <a:lnSpc>
                <a:spcPts val="40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87585" y="5143500"/>
            <a:ext cx="12912829" cy="3228207"/>
          </a:xfrm>
          <a:custGeom>
            <a:avLst/>
            <a:gdLst/>
            <a:ahLst/>
            <a:cxnLst/>
            <a:rect r="r" b="b" t="t" l="l"/>
            <a:pathLst>
              <a:path h="3228207" w="12912829">
                <a:moveTo>
                  <a:pt x="0" y="0"/>
                </a:moveTo>
                <a:lnTo>
                  <a:pt x="12912830" y="0"/>
                </a:lnTo>
                <a:lnTo>
                  <a:pt x="12912830" y="3228207"/>
                </a:lnTo>
                <a:lnTo>
                  <a:pt x="0" y="3228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Async / Await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4949" y="2157948"/>
            <a:ext cx="15278103" cy="231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846" indent="-287923" lvl="1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</a:t>
            </a: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nfaldari leið ti</a:t>
            </a: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að vinna með promises</a:t>
            </a:r>
          </a:p>
          <a:p>
            <a:pPr algn="l" marL="575846" indent="-287923" lvl="1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asy</a:t>
            </a: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 gerir fallið asynchronious (ósamstilltur, svar er ekki samtímis)</a:t>
            </a:r>
          </a:p>
          <a:p>
            <a:pPr algn="l" marL="575846" indent="-287923" lvl="1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await bíður eftir að promise leysist</a:t>
            </a:r>
          </a:p>
          <a:p>
            <a:pPr algn="l" marL="575846" indent="-287923" lvl="1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y...catch notað til að grípa villur</a:t>
            </a:r>
          </a:p>
          <a:p>
            <a:pPr algn="l" marL="575846" indent="-287923" lvl="1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Skrifum alltaf asyn fyrir framan function ef við viljum not async / await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87585" y="1915293"/>
            <a:ext cx="12912829" cy="3228207"/>
          </a:xfrm>
          <a:custGeom>
            <a:avLst/>
            <a:gdLst/>
            <a:ahLst/>
            <a:cxnLst/>
            <a:rect r="r" b="b" t="t" l="l"/>
            <a:pathLst>
              <a:path h="3228207" w="12912829">
                <a:moveTo>
                  <a:pt x="0" y="0"/>
                </a:moveTo>
                <a:lnTo>
                  <a:pt x="12912830" y="0"/>
                </a:lnTo>
                <a:lnTo>
                  <a:pt x="12912830" y="3228207"/>
                </a:lnTo>
                <a:lnTo>
                  <a:pt x="0" y="3228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Async / Await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33879" y="5524500"/>
            <a:ext cx="13996828" cy="3265287"/>
            <a:chOff x="0" y="0"/>
            <a:chExt cx="18662438" cy="43537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18662438" cy="3397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Það s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 er inni í try { } er kóði sem gæti valdið villu.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Við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“prófum” (try) að keyra hann.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Ef allt gengur upp, þá keyrir kóðinn eðlilega áfram.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Hér reynum við að sækja gögn með fetch() og lesa þau með await response.json().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7909933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0" indent="-377825" lvl="1">
                <a:lnSpc>
                  <a:spcPts val="4550"/>
                </a:lnSpc>
                <a:spcBef>
                  <a:spcPct val="0"/>
                </a:spcBef>
                <a:buAutoNum type="arabicPeriod" startAt="1"/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try {...}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63124" y="8755758"/>
            <a:ext cx="11375701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Try þýðir í raun ‘reyna þetta’ — ef eitthvað fer úrskeiðis, þá förum við í catch.</a:t>
            </a:r>
          </a:p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87585" y="1915293"/>
            <a:ext cx="12912829" cy="3228207"/>
          </a:xfrm>
          <a:custGeom>
            <a:avLst/>
            <a:gdLst/>
            <a:ahLst/>
            <a:cxnLst/>
            <a:rect r="r" b="b" t="t" l="l"/>
            <a:pathLst>
              <a:path h="3228207" w="12912829">
                <a:moveTo>
                  <a:pt x="0" y="0"/>
                </a:moveTo>
                <a:lnTo>
                  <a:pt x="12912830" y="0"/>
                </a:lnTo>
                <a:lnTo>
                  <a:pt x="12912830" y="3228207"/>
                </a:lnTo>
                <a:lnTo>
                  <a:pt x="0" y="3228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Async / Await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33879" y="5524500"/>
            <a:ext cx="13996828" cy="3779637"/>
            <a:chOff x="0" y="0"/>
            <a:chExt cx="18662438" cy="50395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18662438" cy="4083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Ef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einhver villa kemur upp í try-hlutanum (t.d. ef tengingin við netið bilar eða API-ið skilar 404-villu),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þá hættir forritið að keyra kóðann þar og hoppar beint í catch.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Í catch fáum við upplýsingar um villuna sem breytu (error).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Þa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 getum við t.d. birt skilaboð, prentað villuna í console, eða sýnt notandanum „Villa við að hlaða gögnum“.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7909933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2. catch (error) { ... }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87585" y="1915293"/>
            <a:ext cx="12912829" cy="3228207"/>
          </a:xfrm>
          <a:custGeom>
            <a:avLst/>
            <a:gdLst/>
            <a:ahLst/>
            <a:cxnLst/>
            <a:rect r="r" b="b" t="t" l="l"/>
            <a:pathLst>
              <a:path h="3228207" w="12912829">
                <a:moveTo>
                  <a:pt x="0" y="0"/>
                </a:moveTo>
                <a:lnTo>
                  <a:pt x="12912830" y="0"/>
                </a:lnTo>
                <a:lnTo>
                  <a:pt x="12912830" y="3228207"/>
                </a:lnTo>
                <a:lnTo>
                  <a:pt x="0" y="3228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Async / Await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33879" y="5524500"/>
            <a:ext cx="13996828" cy="4293987"/>
            <a:chOff x="0" y="0"/>
            <a:chExt cx="18662438" cy="57253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18662438" cy="47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Ef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þú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notar bara await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án try/catch og eitthvað fer úrskeiðis, þá stopp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 kóðinn alveg með villu. </a:t>
              </a:r>
            </a:p>
            <a:p>
              <a:pPr algn="just">
                <a:lnSpc>
                  <a:spcPts val="4059"/>
                </a:lnSpc>
              </a:pPr>
            </a:p>
            <a:p>
              <a:pPr algn="just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🧩 Þetta er eins og öryggisnet:</a:t>
              </a:r>
            </a:p>
            <a:p>
              <a:pPr algn="just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try → hoppa á línuna</a:t>
              </a:r>
            </a:p>
            <a:p>
              <a:pPr algn="just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catch → netið grípur þig ef þú dettur 🕸️</a:t>
              </a:r>
            </a:p>
            <a:p>
              <a:pPr algn="just">
                <a:lnSpc>
                  <a:spcPts val="405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7909933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Try and Catch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3371" y="1625566"/>
            <a:ext cx="11301259" cy="3898934"/>
          </a:xfrm>
          <a:custGeom>
            <a:avLst/>
            <a:gdLst/>
            <a:ahLst/>
            <a:cxnLst/>
            <a:rect r="r" b="b" t="t" l="l"/>
            <a:pathLst>
              <a:path h="3898934" w="11301259">
                <a:moveTo>
                  <a:pt x="0" y="0"/>
                </a:moveTo>
                <a:lnTo>
                  <a:pt x="11301258" y="0"/>
                </a:lnTo>
                <a:lnTo>
                  <a:pt x="11301258" y="3898934"/>
                </a:lnTo>
                <a:lnTo>
                  <a:pt x="0" y="389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0224" y="438150"/>
            <a:ext cx="1650755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298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Villumeðhöndlun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57416" y="5143500"/>
            <a:ext cx="13996828" cy="4808337"/>
            <a:chOff x="0" y="0"/>
            <a:chExt cx="18662438" cy="64111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6253"/>
              <a:ext cx="18662438" cy="545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ott að sýna “Hleð gögn…” meðan beðið er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</a:t>
              </a: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 try...catch til að sýna villu á skjánum</a:t>
              </a:r>
            </a:p>
            <a:p>
              <a:pPr algn="just" marL="626107" indent="-313054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Betri notendaupplifun (UX)</a:t>
              </a:r>
            </a:p>
            <a:p>
              <a:pPr algn="just">
                <a:lnSpc>
                  <a:spcPts val="4059"/>
                </a:lnSpc>
              </a:pPr>
            </a:p>
            <a:p>
              <a:pPr algn="just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Þegar við sækjum gögn tekur það stundum tíma. Þá er mikilvægt að láta notandann vita að forritið sé að vinna — og að geta sýnt villu ef eitthvað fer úrskeiðis. </a:t>
              </a:r>
            </a:p>
            <a:p>
              <a:pPr algn="just">
                <a:lnSpc>
                  <a:spcPts val="405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7909933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9333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3334" y="663283"/>
            <a:ext cx="1631596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Prófum okkur í 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1417" y="2401148"/>
            <a:ext cx="846833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Búa til nýtt repository og html skrá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Förum yfir nokkur dæmi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3334" y="5124450"/>
            <a:ext cx="1631596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Tímaverkefni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1417" y="6858000"/>
            <a:ext cx="846833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Ná í timaverkefni á teams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Gera kóða fyrir neðan comment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2DBE292FAE04FB4F49219E3275385" ma:contentTypeVersion="7" ma:contentTypeDescription="Create a new document." ma:contentTypeScope="" ma:versionID="6222628289a3f7d1cb7e289c11d2d435">
  <xsd:schema xmlns:xsd="http://www.w3.org/2001/XMLSchema" xmlns:xs="http://www.w3.org/2001/XMLSchema" xmlns:p="http://schemas.microsoft.com/office/2006/metadata/properties" xmlns:ns2="706dab2c-1e89-4085-ae48-fb61e652fce7" targetNamespace="http://schemas.microsoft.com/office/2006/metadata/properties" ma:root="true" ma:fieldsID="6ac187509d0eee4e7b1e0f6d03bf3699" ns2:_="">
    <xsd:import namespace="706dab2c-1e89-4085-ae48-fb61e652fc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6dab2c-1e89-4085-ae48-fb61e652fc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BD09C8-A121-41C6-BD11-94126A849EC5}"/>
</file>

<file path=customXml/itemProps2.xml><?xml version="1.0" encoding="utf-8"?>
<ds:datastoreItem xmlns:ds="http://schemas.openxmlformats.org/officeDocument/2006/customXml" ds:itemID="{2EC43083-B459-4B7D-A282-48D72B545E46}"/>
</file>

<file path=customXml/itemProps3.xml><?xml version="1.0" encoding="utf-8"?>
<ds:datastoreItem xmlns:ds="http://schemas.openxmlformats.org/officeDocument/2006/customXml" ds:itemID="{A8B3F8C9-D67B-487A-AA20-B27F03C8D36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Fetch api promise async/await </dc:title>
  <cp:revision>1</cp:revision>
  <dcterms:created xsi:type="dcterms:W3CDTF">2006-08-16T00:00:00Z</dcterms:created>
  <dcterms:modified xsi:type="dcterms:W3CDTF">2011-08-01T06:04:30Z</dcterms:modified>
  <dc:identifier>DAG3rHypUxs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0x010100B352DBE292FAE04FB4F49219E3275385</vt:lpwstr>
  </property>
</Properties>
</file>